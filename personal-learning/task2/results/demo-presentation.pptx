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渐进式披露式 Agent Skills 对上下文效率的影响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D5DEEB"/>
                </a:solidFill>
              </a:rPr>
              <a:t>示例作者团队 · 示例数据（对应 papers/sample_paper.md）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研究背景与问题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方法概述：三层渐进式披露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关键结果：上下文与缓存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局限性与讨论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小结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研究背景与问题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Agent 支持的任务越多，单一系统提示词越线性膨胀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长提示词带来 token 成本、注意力稀释、缓存前缀失效三重代价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核心矛盾：让 Agent「知道自己有哪些能力」又不长期占用上下文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方法概述（总体思路）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先给 Agent 一份薄目录，需要时再加载完整 Skill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第一层：启动只注入各 Skill 的 name + description（数百 token）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第二层：任务触发时加载完整 SKILL.md 作为 tool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方法概述（关键机制）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第三层：按需读取 reference.md、脚本源码等子文档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description 应写成「路由条件」而非「功能介绍」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捆绑可执行脚本，把知识升级为可落地的能力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关键结果（效率指标）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常驻上下文从数千 token 降到目录级的数百 token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工具数量恒定、前缀稳定，KV Cache 命中率显著提升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关键结果（效果对比）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需要专业 Skill 的任务上，成功率与「全量注入」基线持平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加入反例（Don't use when）明显提升路由准确率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减少不相关任务上的误触发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局限性与讨论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触发依赖模型的「元认知」，判断失误会漏加载 Skill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第三方 Skill 是新的提示注入面，加载前需审查其内容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600" b="1">
                <a:solidFill>
                  <a:srgbClr val="FFFFFF"/>
                </a:solidFill>
              </a:rPr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渐进式披露把「一次性塞满」变为「按需加载」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几乎不损失任务成功率，同时大幅降低常驻上下文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22222"/>
                </a:solidFill>
              </a:rPr>
              <a:t>•  是构建可扩展 Agent 能力体系的实用范式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